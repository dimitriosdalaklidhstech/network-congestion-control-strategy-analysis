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21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23760" y="1097280"/>
            <a:ext cx="1097280" cy="10972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NETWORK PROTOCOLS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CUBIC vs. TCP BBR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Strategies: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Trade-offs &amp; Real-World Impact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0D15"/>
          </a:solidFill>
          <a:ln w="12700">
            <a:solidFill>
              <a:srgbClr val="060D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Dimitrios Dalaklidis  |  Computer Networks  |  University of Western Macedonia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One Size Doesn't Fit 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must estimate network capacity without direct visibility — and wrong assumptions cause congestion, wasted bandwidth, or bufferbloat.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CUBIC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Loss-based congestion 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the congestion window using a cubic function — fast ramp-up after each loss event.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packet loss as the signal for congestion.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algorithm on most Linux systems.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Aggressively fills buffers, causing bufferbloat in high-bandwidth networks.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810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BBR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83480" y="2176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congestion control  (Google, 2016)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48716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bottleneck bandwidth and minimum RTT in real time — without waiting for loss.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avoids overfilling buffers, reducing latency.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high-speed, variable networks (e.g. LTE, cloud).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Unfair to CUBIC flows; higher RTT for small transfers during startup.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06240" y="2697480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TRADE-OFFS: What the Research Shows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Li et al., "TCP CUBIC versus BBR on the Highway," PAM 2017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834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in LTE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048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 achieves comparable or higher throughput to CUBIC on LTE networks, while maintaining significantly lower latency — avoiding the bufferbloat CUBIC creates through aggressive window growth.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4315968"/>
            <a:ext cx="2194560" cy="23774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315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Winner: BBR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83464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993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File Transfers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4048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outperforms BBR for small files (~1 MB). BBR's aggressive Startup phase temporarily inflates RTT before the flow stabilises — a meaningful penalty when transfer time is short.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83280" y="4315968"/>
            <a:ext cx="2194560" cy="237744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4315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Winner: CUBIC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283464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1371600"/>
            <a:ext cx="28346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55080" y="19933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04872"/>
            <a:ext cx="2560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BBR and CUBIC flows share a bottleneck, BBR can dominate bandwidth allocation. CUBIC's loss-based behaviour places it at a disadvantage in mixed environments.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4315968"/>
            <a:ext cx="2194560" cy="23774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3159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</a:rPr>
              <a:t>Concern: BBR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best protocol depends on the use case. BBR wins for bulk cloud transfers; CUBIC remains competitive for small, latency-sensitive flows.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337</Words>
  <Application>Microsoft Office PowerPoint</Application>
  <PresentationFormat>On-screen Show (16:9)</PresentationFormat>
  <Paragraphs>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 CUBIC vs BBR</dc:title>
  <dc:subject>PptxGenJS Presentation</dc:subject>
  <dc:creator>PptxGenJS</dc:creator>
  <cp:lastModifiedBy>DIMITRIOS DALAKLIDIS</cp:lastModifiedBy>
  <cp:revision>1</cp:revision>
  <dcterms:created xsi:type="dcterms:W3CDTF">2026-02-20T01:06:14Z</dcterms:created>
  <dcterms:modified xsi:type="dcterms:W3CDTF">2026-02-20T01:31:49Z</dcterms:modified>
</cp:coreProperties>
</file>